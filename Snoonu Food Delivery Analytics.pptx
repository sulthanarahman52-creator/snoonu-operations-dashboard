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oon Gafoor" userId="ca1c81df1899c4eb" providerId="LiveId" clId="{4BE0197F-8BCB-4398-9B12-1963566077ED}"/>
    <pc:docChg chg="undo custSel modSld">
      <pc:chgData name="Sharoon Gafoor" userId="ca1c81df1899c4eb" providerId="LiveId" clId="{4BE0197F-8BCB-4398-9B12-1963566077ED}" dt="2026-05-14T05:50:51.497" v="6" actId="26606"/>
      <pc:docMkLst>
        <pc:docMk/>
      </pc:docMkLst>
      <pc:sldChg chg="addSp delSp modSp mod setBg">
        <pc:chgData name="Sharoon Gafoor" userId="ca1c81df1899c4eb" providerId="LiveId" clId="{4BE0197F-8BCB-4398-9B12-1963566077ED}" dt="2026-05-14T05:50:51.497" v="6" actId="26606"/>
        <pc:sldMkLst>
          <pc:docMk/>
          <pc:sldMk cId="1585740905" sldId="256"/>
        </pc:sldMkLst>
        <pc:spChg chg="add del">
          <ac:chgData name="Sharoon Gafoor" userId="ca1c81df1899c4eb" providerId="LiveId" clId="{4BE0197F-8BCB-4398-9B12-1963566077ED}" dt="2026-05-14T05:50:48.965" v="3" actId="26606"/>
          <ac:spMkLst>
            <pc:docMk/>
            <pc:sldMk cId="1585740905" sldId="256"/>
            <ac:spMk id="8" creationId="{F3060C83-F051-4F0E-ABAD-AA0DFC48B218}"/>
          </ac:spMkLst>
        </pc:spChg>
        <pc:spChg chg="add del">
          <ac:chgData name="Sharoon Gafoor" userId="ca1c81df1899c4eb" providerId="LiveId" clId="{4BE0197F-8BCB-4398-9B12-1963566077ED}" dt="2026-05-14T05:50:48.965" v="3" actId="26606"/>
          <ac:spMkLst>
            <pc:docMk/>
            <pc:sldMk cId="1585740905" sldId="256"/>
            <ac:spMk id="10" creationId="{83C98ABE-055B-441F-B07E-44F97F083C39}"/>
          </ac:spMkLst>
        </pc:spChg>
        <pc:spChg chg="add del">
          <ac:chgData name="Sharoon Gafoor" userId="ca1c81df1899c4eb" providerId="LiveId" clId="{4BE0197F-8BCB-4398-9B12-1963566077ED}" dt="2026-05-14T05:50:48.965" v="3" actId="26606"/>
          <ac:spMkLst>
            <pc:docMk/>
            <pc:sldMk cId="1585740905" sldId="256"/>
            <ac:spMk id="12" creationId="{29FDB030-9B49-4CED-8CCD-4D99382388AC}"/>
          </ac:spMkLst>
        </pc:spChg>
        <pc:spChg chg="add del">
          <ac:chgData name="Sharoon Gafoor" userId="ca1c81df1899c4eb" providerId="LiveId" clId="{4BE0197F-8BCB-4398-9B12-1963566077ED}" dt="2026-05-14T05:50:48.965" v="3" actId="26606"/>
          <ac:spMkLst>
            <pc:docMk/>
            <pc:sldMk cId="1585740905" sldId="256"/>
            <ac:spMk id="14" creationId="{3783CA14-24A1-485C-8B30-D6A5D87987AD}"/>
          </ac:spMkLst>
        </pc:spChg>
        <pc:spChg chg="add del">
          <ac:chgData name="Sharoon Gafoor" userId="ca1c81df1899c4eb" providerId="LiveId" clId="{4BE0197F-8BCB-4398-9B12-1963566077ED}" dt="2026-05-14T05:50:48.965" v="3" actId="26606"/>
          <ac:spMkLst>
            <pc:docMk/>
            <pc:sldMk cId="1585740905" sldId="256"/>
            <ac:spMk id="16" creationId="{9A97C86A-04D6-40F7-AE84-31AB43E6A846}"/>
          </ac:spMkLst>
        </pc:spChg>
        <pc:spChg chg="add del">
          <ac:chgData name="Sharoon Gafoor" userId="ca1c81df1899c4eb" providerId="LiveId" clId="{4BE0197F-8BCB-4398-9B12-1963566077ED}" dt="2026-05-14T05:50:48.965" v="3" actId="26606"/>
          <ac:spMkLst>
            <pc:docMk/>
            <pc:sldMk cId="1585740905" sldId="256"/>
            <ac:spMk id="18" creationId="{FF9F2414-84E8-453E-B1F3-389FDE8192D9}"/>
          </ac:spMkLst>
        </pc:spChg>
        <pc:spChg chg="add del">
          <ac:chgData name="Sharoon Gafoor" userId="ca1c81df1899c4eb" providerId="LiveId" clId="{4BE0197F-8BCB-4398-9B12-1963566077ED}" dt="2026-05-14T05:50:48.965" v="3" actId="26606"/>
          <ac:spMkLst>
            <pc:docMk/>
            <pc:sldMk cId="1585740905" sldId="256"/>
            <ac:spMk id="20" creationId="{3ECA69A1-7536-43AC-85EF-C7106179F5ED}"/>
          </ac:spMkLst>
        </pc:spChg>
        <pc:spChg chg="add del">
          <ac:chgData name="Sharoon Gafoor" userId="ca1c81df1899c4eb" providerId="LiveId" clId="{4BE0197F-8BCB-4398-9B12-1963566077ED}" dt="2026-05-14T05:50:51.488" v="5" actId="26606"/>
          <ac:spMkLst>
            <pc:docMk/>
            <pc:sldMk cId="1585740905" sldId="256"/>
            <ac:spMk id="22" creationId="{ED55A19D-297C-4231-AD1F-08EF9B4AA8F4}"/>
          </ac:spMkLst>
        </pc:spChg>
        <pc:spChg chg="add del">
          <ac:chgData name="Sharoon Gafoor" userId="ca1c81df1899c4eb" providerId="LiveId" clId="{4BE0197F-8BCB-4398-9B12-1963566077ED}" dt="2026-05-14T05:50:51.488" v="5" actId="26606"/>
          <ac:spMkLst>
            <pc:docMk/>
            <pc:sldMk cId="1585740905" sldId="256"/>
            <ac:spMk id="23" creationId="{EBAB6C56-3D38-4923-996E-BD474BBB91E9}"/>
          </ac:spMkLst>
        </pc:spChg>
        <pc:spChg chg="add del">
          <ac:chgData name="Sharoon Gafoor" userId="ca1c81df1899c4eb" providerId="LiveId" clId="{4BE0197F-8BCB-4398-9B12-1963566077ED}" dt="2026-05-14T05:50:51.488" v="5" actId="26606"/>
          <ac:spMkLst>
            <pc:docMk/>
            <pc:sldMk cId="1585740905" sldId="256"/>
            <ac:spMk id="24" creationId="{20CD21DB-082D-417D-A5AB-FC838AF9D944}"/>
          </ac:spMkLst>
        </pc:spChg>
        <pc:spChg chg="add del">
          <ac:chgData name="Sharoon Gafoor" userId="ca1c81df1899c4eb" providerId="LiveId" clId="{4BE0197F-8BCB-4398-9B12-1963566077ED}" dt="2026-05-14T05:50:51.488" v="5" actId="26606"/>
          <ac:spMkLst>
            <pc:docMk/>
            <pc:sldMk cId="1585740905" sldId="256"/>
            <ac:spMk id="25" creationId="{7BD8AB83-2763-4392-B4B9-049CDF1F6EA4}"/>
          </ac:spMkLst>
        </pc:spChg>
        <pc:spChg chg="add del">
          <ac:chgData name="Sharoon Gafoor" userId="ca1c81df1899c4eb" providerId="LiveId" clId="{4BE0197F-8BCB-4398-9B12-1963566077ED}" dt="2026-05-14T05:50:51.488" v="5" actId="26606"/>
          <ac:spMkLst>
            <pc:docMk/>
            <pc:sldMk cId="1585740905" sldId="256"/>
            <ac:spMk id="26" creationId="{480F071C-C35C-4CE1-8EE5-8ED96E2F4E25}"/>
          </ac:spMkLst>
        </pc:spChg>
        <pc:spChg chg="add del">
          <ac:chgData name="Sharoon Gafoor" userId="ca1c81df1899c4eb" providerId="LiveId" clId="{4BE0197F-8BCB-4398-9B12-1963566077ED}" dt="2026-05-14T05:50:51.488" v="5" actId="26606"/>
          <ac:spMkLst>
            <pc:docMk/>
            <pc:sldMk cId="1585740905" sldId="256"/>
            <ac:spMk id="27" creationId="{CD97FAB4-59E0-4E65-B50B-867B14D2A067}"/>
          </ac:spMkLst>
        </pc:spChg>
        <pc:spChg chg="add del">
          <ac:chgData name="Sharoon Gafoor" userId="ca1c81df1899c4eb" providerId="LiveId" clId="{4BE0197F-8BCB-4398-9B12-1963566077ED}" dt="2026-05-14T05:50:51.488" v="5" actId="26606"/>
          <ac:spMkLst>
            <pc:docMk/>
            <pc:sldMk cId="1585740905" sldId="256"/>
            <ac:spMk id="28" creationId="{0D578F4B-2751-4FC2-8853-FAC5C59139C1}"/>
          </ac:spMkLst>
        </pc:spChg>
        <pc:spChg chg="add">
          <ac:chgData name="Sharoon Gafoor" userId="ca1c81df1899c4eb" providerId="LiveId" clId="{4BE0197F-8BCB-4398-9B12-1963566077ED}" dt="2026-05-14T05:50:51.497" v="6" actId="26606"/>
          <ac:spMkLst>
            <pc:docMk/>
            <pc:sldMk cId="1585740905" sldId="256"/>
            <ac:spMk id="30" creationId="{42A4FC2C-047E-45A5-965D-8E1E3BF09BC6}"/>
          </ac:spMkLst>
        </pc:spChg>
        <pc:picChg chg="add mod">
          <ac:chgData name="Sharoon Gafoor" userId="ca1c81df1899c4eb" providerId="LiveId" clId="{4BE0197F-8BCB-4398-9B12-1963566077ED}" dt="2026-05-14T05:50:51.497" v="6" actId="26606"/>
          <ac:picMkLst>
            <pc:docMk/>
            <pc:sldMk cId="1585740905" sldId="256"/>
            <ac:picMk id="3" creationId="{111EA506-D7D4-213F-CF66-5F4B7C7F6FA0}"/>
          </ac:picMkLst>
        </pc:picChg>
        <pc:picChg chg="del">
          <ac:chgData name="Sharoon Gafoor" userId="ca1c81df1899c4eb" providerId="LiveId" clId="{4BE0197F-8BCB-4398-9B12-1963566077ED}" dt="2026-05-14T05:50:37.885" v="0" actId="478"/>
          <ac:picMkLst>
            <pc:docMk/>
            <pc:sldMk cId="1585740905" sldId="256"/>
            <ac:picMk id="6" creationId="{B58E31E3-CF2B-8952-EF56-EAFA0B02296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5265C-2D97-9634-FD22-23D8D9F50E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7EE23F-D528-9B54-0E50-933CF2F4C1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71F46-6C07-1E4C-BAB8-2E7BC37B5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8B61-FA9C-41E7-9BCF-FD47E14299C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901CC-4BE8-BB49-1F0B-765E60418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A6DF9-9EBC-4BDE-A9AD-65F299C37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BFE2-3A12-4402-8DF2-0F246081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611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DBE39-B8A8-B040-EACA-DD7AD4448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8DD2A-398C-02CF-1363-F9F9B0F15B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76D0B-1A86-DD1B-2D18-EF04BB3EF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8B61-FA9C-41E7-9BCF-FD47E14299C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E0404-C5DF-691E-05DE-9A3C40DC2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14DCC6-1193-0F20-4A36-A7745C991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BFE2-3A12-4402-8DF2-0F246081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856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09245-1457-53BA-082C-62604F9CA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3B5AEF-D6B1-9879-FF0E-065087B09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D065C-3893-C452-F2F7-C312904E4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8B61-FA9C-41E7-9BCF-FD47E14299C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2997DF-1105-8665-4A0B-1E16AEB13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2BC66-3AE5-01C7-EBE6-A2DAF3781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BFE2-3A12-4402-8DF2-0F246081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87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64208-0D37-B913-DF28-2245A4BC4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14E343-7201-103C-5D7C-098BAD26DB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AC8D9-E3E5-7CDF-3593-37CF3AD7A8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694D1D-DF01-E0D8-8AB1-601D589D2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8B61-FA9C-41E7-9BCF-FD47E14299C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7B3DE-A993-D8AF-B8EF-486CA2F75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36834-1B63-97B3-407F-8ACDED31D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BFE2-3A12-4402-8DF2-0F246081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192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295DE-B819-14E1-F9F2-4A063E21D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C804F3-6C61-6EF5-888B-99F894797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BD14AC-EEDA-1AC6-360B-E8EDB293F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3EDC1D-C602-6F91-51D9-AC71E8C1B9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5F04B-A34F-D76C-4CFE-5EE14329CA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575EAA-F9B4-078F-9C6E-D50A7E17A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8B61-FA9C-41E7-9BCF-FD47E14299C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DA8882-BE65-7027-DC3A-938E5D2CB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47A2-35A9-0B67-F7C3-CFFB2C7B5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BFE2-3A12-4402-8DF2-0F246081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349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84CA-9293-783C-DF4D-127B82D32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FC4EE5-FAA7-5635-A207-6E68CF991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8B61-FA9C-41E7-9BCF-FD47E14299C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6D0918-B19F-E447-3DD4-BCEF580B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8A380-B311-A97F-0E4C-E9BEBAA6F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BFE2-3A12-4402-8DF2-0F246081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595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09EC15-A9EE-C763-FFEC-D84AEF356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8B61-FA9C-41E7-9BCF-FD47E14299C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1B9F8B-C934-72F6-BB61-F0FC5DDFD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27B99-9339-8BEE-9EDC-5B775B6DB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BFE2-3A12-4402-8DF2-0F246081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962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DA6CB-E178-B801-D157-99859409A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BC367-1949-BFDF-3AEE-EE2EF3718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F42793-F4BF-FFFE-C2D1-BDC7B13A70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CE06FE-2581-1ADA-CCB5-B0EB32FAB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8B61-FA9C-41E7-9BCF-FD47E14299C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D22D3-1371-8244-4896-12899AEAF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E7899-5328-A991-8C1F-EDD5F7512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BFE2-3A12-4402-8DF2-0F246081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576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D6765-EF10-76F8-4120-72460E237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CF0B80-A386-5FED-E397-9CECAE9E7B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DF4525-9B76-BA07-33BB-68EE2067B4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66B77-7E1F-D7EB-0C98-C8FD5331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8B61-FA9C-41E7-9BCF-FD47E14299C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4B82F-D939-20AA-BF7A-384EF4206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3BC69-5D92-E5D0-050B-0CB1CE25D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BFE2-3A12-4402-8DF2-0F246081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031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853A3-D6DF-D920-CEDA-40EC0A363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CEBBB-315F-FC85-BF98-8D2511464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35B97-41EF-9E8A-D3EA-2464D92BF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8B61-FA9C-41E7-9BCF-FD47E14299C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D551F-8A0B-DE3C-9FE1-01EA5690D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FB625-A30E-40C0-0CBE-9CC6222D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BFE2-3A12-4402-8DF2-0F246081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204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1E2A3B-F4D1-82C4-9517-A83631FBFA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05A647-0B4B-A12A-10A7-243BF4132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4A9E3-B72E-7F36-7EF1-0D1EAB7AE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B8B61-FA9C-41E7-9BCF-FD47E14299C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4FE34-23B2-2B4E-1A51-3B8D321C9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530FF-9F61-75A4-4559-42E1255F8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21BFE2-3A12-4402-8DF2-0F246081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91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DD12F7-AA97-4BC4-CB50-42025307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1D86C-E678-3F8A-D2F6-8356B1D06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C1E25-47DE-F029-7A5B-8471D730E6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EB8B61-FA9C-41E7-9BCF-FD47E14299CE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AB062F-8773-7CE6-EC54-265F717923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79FCB-5537-5CDA-BFEF-7DE0C22E0C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21BFE2-3A12-4402-8DF2-0F2460818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47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1EA506-D7D4-213F-CF66-5F4B7C7F6F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7409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Sharoon Gafoor</dc:creator>
  <cp:lastModifiedBy>Sharoon Gafoor</cp:lastModifiedBy>
  <cp:revision>1</cp:revision>
  <dcterms:created xsi:type="dcterms:W3CDTF">2026-04-15T10:09:30Z</dcterms:created>
  <dcterms:modified xsi:type="dcterms:W3CDTF">2026-05-14T05:50:57Z</dcterms:modified>
</cp:coreProperties>
</file>